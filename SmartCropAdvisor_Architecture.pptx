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0FDF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0FDF4"/>
                </a:solidFill>
                <a:latin typeface="Arial"/>
              </a:rPr>
              <a:t>Expected Profit (Rs) per Crop — 5 Acres Kolkata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Crops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Rice</c:v>
                  </c:pt>
                  <c:pt idx="1">
                    <c:v>Jute</c:v>
                  </c:pt>
                  <c:pt idx="2">
                    <c:v>Banana</c:v>
                  </c:pt>
                  <c:pt idx="3">
                    <c:v>Chickpea</c:v>
                  </c:pt>
                  <c:pt idx="4">
                    <c:v>Mungbean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37951</c:v>
                </c:pt>
                <c:pt idx="1">
                  <c:v>198772</c:v>
                </c:pt>
                <c:pt idx="2">
                  <c:v>495752</c:v>
                </c:pt>
                <c:pt idx="3">
                  <c:v>70453</c:v>
                </c:pt>
                <c:pt idx="4">
                  <c:v>40471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82296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Smart Crop Advisor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19659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 &amp; System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2633472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→ Soil → Weather → ML → Profit Forecast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520440"/>
            <a:ext cx="192024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3566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99.32%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520440"/>
            <a:ext cx="192024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3566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Supported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520440"/>
            <a:ext cx="192024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566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 Soil 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520440"/>
            <a:ext cx="192024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566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4663440"/>
            <a:ext cx="1371600" cy="320040"/>
          </a:xfrm>
          <a:prstGeom prst="rect">
            <a:avLst>
              <a:gd name="adj" fmla="val 28571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v2.3.0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645920" cy="201168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16459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444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810512"/>
            <a:ext cx="164592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lon, acres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01952" y="2103120"/>
            <a:ext cx="29260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9933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1143000"/>
            <a:ext cx="1645920" cy="2011680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143000"/>
            <a:ext cx="1645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444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810512"/>
            <a:ext cx="164592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City DB (60+ cities)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85032" y="2103120"/>
            <a:ext cx="29260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19933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1143000"/>
            <a:ext cx="1645920" cy="2011680"/>
          </a:xfrm>
          <a:prstGeom prst="rect">
            <a:avLst/>
          </a:prstGeom>
          <a:solidFill>
            <a:srgbClr val="13223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1143000"/>
            <a:ext cx="1645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1444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1810512"/>
            <a:ext cx="164592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OWM / Open-Meteo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68112" y="2103120"/>
            <a:ext cx="29260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9933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143000"/>
            <a:ext cx="1645920" cy="2011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1143000"/>
            <a:ext cx="164592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444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1810512"/>
            <a:ext cx="164592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99.32% accuracy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51192" y="2103120"/>
            <a:ext cx="29260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9933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0920" y="1143000"/>
            <a:ext cx="1645920" cy="2011680"/>
          </a:xfrm>
          <a:prstGeom prst="rect">
            <a:avLst/>
          </a:prstGeom>
          <a:solidFill>
            <a:srgbClr val="132236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60920" y="1143000"/>
            <a:ext cx="1645920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1444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1810512"/>
            <a:ext cx="164592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crops + profit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disease alerts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Called Per Request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3749040"/>
            <a:ext cx="201168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286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" y="4096512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humidity · rain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0592" y="3749040"/>
            <a:ext cx="201168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50592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50592" y="4096512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fallback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16-day forecast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72584" y="3749040"/>
            <a:ext cx="201168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72584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72584" y="4096512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 prices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94576" y="3749040"/>
            <a:ext cx="201168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94576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Soil DB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94576" y="4096512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Indian cities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&amp; Response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/predict/bylocation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14800" cy="3840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1148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— LocationInput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latitude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490472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545336"/>
            <a:ext cx="9144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545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938528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993392"/>
            <a:ext cx="9144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2386584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land_area_acres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386584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441448"/>
            <a:ext cx="9144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soil_N / P / 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9504"/>
            <a:ext cx="9144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889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optional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3282696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soil_ph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3282696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337560"/>
            <a:ext cx="9144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optional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openweather_api_key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3730752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3785616"/>
            <a:ext cx="9144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optional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agmarknet_api_key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4178808"/>
            <a:ext cx="640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4233672"/>
            <a:ext cx="9144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4233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optional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1051560"/>
            <a:ext cx="4114800" cy="3840480"/>
          </a:xfrm>
          <a:prstGeom prst="rect">
            <a:avLst/>
          </a:prstGeom>
          <a:solidFill>
            <a:srgbClr val="132236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051560"/>
            <a:ext cx="4114800" cy="3474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— FullResponse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149047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1490472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humidity · rain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+ 30-day daily_forecast[]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2386584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2386584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P · K · pH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nearest_city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top_5_crops[]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· confidence%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· duration_days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92040" y="3282696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economics{}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· cost · 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· ROI · breakeven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disease_alert{}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3730752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· action · risk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92040" y="4178808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4178808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string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soil + weather data to crop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(nitrogen)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170432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499616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499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(phosphorus)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664208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993392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" y="1993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(potassium)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157984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2487168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2651760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2980944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2980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3145536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" y="3474720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3474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3639312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3968496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" y="3968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4133088"/>
            <a:ext cx="54864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Shape 23"/>
          <p:cNvSpPr/>
          <p:nvPr/>
        </p:nvSpPr>
        <p:spPr>
          <a:xfrm>
            <a:off x="3063240" y="2468880"/>
            <a:ext cx="4572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1463040"/>
            <a:ext cx="2743200" cy="219456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decision trees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Trained: 1,760 samples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27249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crop classes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7 inputs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20440" y="3383280"/>
            <a:ext cx="210312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204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Accuracy: 99.32%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0" y="2468880"/>
            <a:ext cx="4572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1005840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1005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Rice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1499616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1499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Jute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1993392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1993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Banana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487168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Chickpea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2980944"/>
            <a:ext cx="2286000" cy="38404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92240" y="2980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Mungbean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4023360"/>
            <a:ext cx="274320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00400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Geographic Filter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Removes apple/grapes for non-cold climates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&amp; Profit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yield, revenue, cost and profit are calculated per crop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10972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99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avg_yield_kg/ha × land_ha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240280"/>
            <a:ext cx="411480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240280"/>
            <a:ext cx="10972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2295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642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yield_kg × mandi_price/kg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383280"/>
            <a:ext cx="411480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383280"/>
            <a:ext cx="109728" cy="9144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3438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785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cultivation_cost/ha × land_ha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411480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97280"/>
            <a:ext cx="10972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01768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1499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− total_cost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1480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109728" cy="9144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2295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2642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(profit / cost) × 100%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383280"/>
            <a:ext cx="411480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383280"/>
            <a:ext cx="109728" cy="9144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3438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01768" y="3785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total_cost / price_per_kg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343400"/>
            <a:ext cx="8686800" cy="594360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43891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CACP 2023-24 (cultivation costs)  •  Agmarknet / MSP 2024 (mandi prices)  •  FAOSTAT / NHB (yields)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Alert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alerts triggered by live weather data — no ML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80% &amp; Temp &gt; 25°C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7180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Leaf Spot/Blast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71800" y="146304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Tricyclazole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205740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04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75% &amp; Temp &lt; 15°C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718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Rust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24231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Propiconazole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364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85% &amp; Temp &gt; 26°C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71800" y="3063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Panama Wilt/Sigatoka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71800" y="33832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Bordeaux mixture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397764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3251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75% &amp; Temp &gt; 30°C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4023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Bollworm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43434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Bt spray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143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Papaya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444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85% &amp; Temp &gt; 28°C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380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Spot/Anthracnose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146304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aphid vectors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05740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404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85%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438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Rot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4231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Bordeaux to crown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301752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364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85% &amp; Temp &lt; 18°C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43800" y="3063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Rust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43800" y="33832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Oxychloride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3977640"/>
            <a:ext cx="4206240" cy="841248"/>
          </a:xfrm>
          <a:prstGeom prst="rect">
            <a:avLst/>
          </a:prstGeom>
          <a:solidFill>
            <a:srgbClr val="1322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Chickpea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3251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&gt; 70% &amp; Temp &lt; 18°C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43800" y="4023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Ascochyta Blight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43800" y="43434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Mancozeb 0.25%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— auto-generated Swagger docs at /docs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86868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16152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161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11430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model info, version, weather provider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55648"/>
            <a:ext cx="86868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801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8013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— test all endpoints in browser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414016"/>
            <a:ext cx="86868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32888"/>
            <a:ext cx="64008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5328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4597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/predict/bylocation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245973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ENDPOINT — lat/lon/acres → full crop analysis, economics, disease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72384"/>
            <a:ext cx="86868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91256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912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31181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/crops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311810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22 supported crops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30752"/>
            <a:ext cx="86868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49624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8496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776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/soil/cities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377647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60+ cities in ICAR soil DB with N, P, K, pH values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389120"/>
            <a:ext cx="86868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507992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5079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77640" y="4434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auto-fetched vs what user can override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960120"/>
            <a:ext cx="9144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14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83080"/>
            <a:ext cx="9144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37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 Forest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60604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60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907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42900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429000"/>
            <a:ext cx="91440" cy="6858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schemas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96012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960120"/>
            <a:ext cx="91440" cy="685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014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178308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1783080"/>
            <a:ext cx="914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837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/ Open-Meteo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260604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260604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660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2907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/ data.gov.in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3429000"/>
            <a:ext cx="393192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3429000"/>
            <a:ext cx="9144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city database (built-in)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8600" y="4526280"/>
            <a:ext cx="201168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2860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Render.com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 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Free tier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50592" y="4526280"/>
            <a:ext cx="201168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450592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GitHub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50592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Source control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Auto deploy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72584" y="4526280"/>
            <a:ext cx="201168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72584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.env Secrets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72584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API keys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Never committed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94576" y="4526280"/>
            <a:ext cx="201168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94576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runtime.txt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94576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Python 3.11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Pinned version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Response — Kolkata, 5 Acres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/predict/bylocation  →  {"latitude":22.57, "longitude":88.36, "land_area_acres":5}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65176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65176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SOIL — Kolkata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82 kg/ha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36 kg/ha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214 kg/ha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6.5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1051560"/>
            <a:ext cx="265176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63240" y="1051560"/>
            <a:ext cx="26517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WEATHER —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Temp: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30.65°C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1792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Humidity: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1792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92.29%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Rainfall: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105.9 mm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Source: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Open-Meteo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1051560"/>
            <a:ext cx="301752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1051560"/>
            <a:ext cx="30175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#1 RICE — 87.33%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Season: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Kharif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1792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Duration: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120 days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Price: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Rs 21.83/kg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2450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Yield: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5,261 kg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228600" y="3017520"/>
          <a:ext cx="8686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Crop Advisor API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India's 100M+ farmers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06040" cy="118872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029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lat, lon, acres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606040" cy="118872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029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soil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60+ city 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920240"/>
            <a:ext cx="2606040" cy="118872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2029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🌦️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8076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2606040" cy="118872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0040" y="3904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99.32%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3337560"/>
            <a:ext cx="2606040" cy="118872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00400" y="3904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economics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+ ROI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3337560"/>
            <a:ext cx="2606040" cy="118872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80760" y="3904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alerts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Weather-triggered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github.com/Supratim-2006/Crop_Recommendation_API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Crop Advisor API Architecture</dc:title>
  <dc:subject>PptxGenJS Presentation</dc:subject>
  <dc:creator>PptxGenJS</dc:creator>
  <cp:lastModifiedBy>PptxGenJS</cp:lastModifiedBy>
  <cp:revision>1</cp:revision>
  <dcterms:created xsi:type="dcterms:W3CDTF">2026-05-29T18:09:52Z</dcterms:created>
  <dcterms:modified xsi:type="dcterms:W3CDTF">2026-05-29T18:09:52Z</dcterms:modified>
</cp:coreProperties>
</file>